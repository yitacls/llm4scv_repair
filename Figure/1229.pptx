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849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 47"/>
          <p:cNvSpPr txBox="1"/>
          <p:nvPr/>
        </p:nvSpPr>
        <p:spPr>
          <a:xfrm>
            <a:off x="4237355" y="1678940"/>
            <a:ext cx="690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RQ2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30505" y="1826260"/>
            <a:ext cx="1261745" cy="48831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2385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LLMs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584325" y="1985645"/>
            <a:ext cx="61976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295525" y="1826260"/>
            <a:ext cx="1821180" cy="48831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9624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Smart Contract Vulnerabilities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4208780" y="1985645"/>
            <a:ext cx="61976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右箭头 9"/>
          <p:cNvSpPr/>
          <p:nvPr/>
        </p:nvSpPr>
        <p:spPr>
          <a:xfrm rot="18900000">
            <a:off x="4121785" y="1262380"/>
            <a:ext cx="76835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右箭头 10"/>
          <p:cNvSpPr/>
          <p:nvPr/>
        </p:nvSpPr>
        <p:spPr>
          <a:xfrm rot="2700000">
            <a:off x="4122420" y="2730500"/>
            <a:ext cx="765175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837430" y="1826260"/>
            <a:ext cx="1257935" cy="48831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Other Tools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828540" y="443865"/>
            <a:ext cx="1320800" cy="110934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GPT-3.5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GPT-4</a:t>
            </a:r>
            <a:b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DeepSeek</a:t>
            </a:r>
            <a:b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Qwen-Coder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837430" y="2830830"/>
            <a:ext cx="1257935" cy="48831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Optimization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6242685" y="1989455"/>
            <a:ext cx="75600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6242685" y="953552"/>
            <a:ext cx="75600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6242685" y="3046730"/>
            <a:ext cx="75600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455535" y="571500"/>
            <a:ext cx="1061085" cy="3238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Reentrancy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455535" y="1158875"/>
            <a:ext cx="1061085" cy="3238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IO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12785" y="854175"/>
            <a:ext cx="245745" cy="368300"/>
          </a:xfrm>
          <a:prstGeom prst="rect">
            <a:avLst/>
          </a:prstGeom>
          <a:noFill/>
        </p:spPr>
        <p:txBody>
          <a:bodyPr vert="mongolianVert" wrap="square" lIns="0" tIns="0" rIns="0" bIns="0" rtlCol="0" anchor="ctr" anchorCtr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7455535" y="1616710"/>
            <a:ext cx="1061085" cy="3238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Smartfix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455535" y="2204085"/>
            <a:ext cx="1061085" cy="3238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SGuard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912785" y="1877160"/>
            <a:ext cx="245745" cy="368300"/>
          </a:xfrm>
          <a:prstGeom prst="rect">
            <a:avLst/>
          </a:prstGeom>
          <a:noFill/>
        </p:spPr>
        <p:txBody>
          <a:bodyPr vert="mongolianVert" wrap="square" lIns="0" tIns="0" rIns="0" bIns="0" rtlCol="0" anchor="ctr" anchorCtr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左大括号 28"/>
          <p:cNvSpPr/>
          <p:nvPr/>
        </p:nvSpPr>
        <p:spPr>
          <a:xfrm>
            <a:off x="7190740" y="593825"/>
            <a:ext cx="81280" cy="889000"/>
          </a:xfrm>
          <a:prstGeom prst="leftBrac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右大括号 30"/>
          <p:cNvSpPr/>
          <p:nvPr/>
        </p:nvSpPr>
        <p:spPr>
          <a:xfrm>
            <a:off x="8645525" y="593725"/>
            <a:ext cx="82800" cy="889200"/>
          </a:xfrm>
          <a:prstGeom prst="rightBrac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左大括号 33"/>
          <p:cNvSpPr/>
          <p:nvPr/>
        </p:nvSpPr>
        <p:spPr>
          <a:xfrm>
            <a:off x="7190740" y="1616810"/>
            <a:ext cx="81280" cy="889000"/>
          </a:xfrm>
          <a:prstGeom prst="leftBrac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右大括号 34"/>
          <p:cNvSpPr/>
          <p:nvPr/>
        </p:nvSpPr>
        <p:spPr>
          <a:xfrm>
            <a:off x="8645525" y="1616710"/>
            <a:ext cx="82800" cy="889200"/>
          </a:xfrm>
          <a:prstGeom prst="rightBrac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右箭头 35"/>
          <p:cNvSpPr/>
          <p:nvPr/>
        </p:nvSpPr>
        <p:spPr>
          <a:xfrm>
            <a:off x="8936057" y="3033178"/>
            <a:ext cx="82800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右箭头 38"/>
          <p:cNvSpPr/>
          <p:nvPr/>
        </p:nvSpPr>
        <p:spPr>
          <a:xfrm>
            <a:off x="8936057" y="1976538"/>
            <a:ext cx="82800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右箭头 39"/>
          <p:cNvSpPr/>
          <p:nvPr/>
        </p:nvSpPr>
        <p:spPr>
          <a:xfrm>
            <a:off x="8936057" y="953552"/>
            <a:ext cx="828000" cy="169545"/>
          </a:xfrm>
          <a:prstGeom prst="rightArrow">
            <a:avLst>
              <a:gd name="adj1" fmla="val 50000"/>
              <a:gd name="adj2" fmla="val 73782"/>
            </a:avLst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9991090" y="1896745"/>
            <a:ext cx="1505585" cy="3289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2385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Comparison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9972675" y="632460"/>
            <a:ext cx="1505585" cy="3289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2385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Effectiveness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9991090" y="2953385"/>
            <a:ext cx="1505585" cy="3289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2385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Improvement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492250" y="1727200"/>
            <a:ext cx="690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Fix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891915" y="1114425"/>
            <a:ext cx="690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RQ1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973195" y="2776220"/>
            <a:ext cx="6908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RQ3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149340" y="447675"/>
            <a:ext cx="967105" cy="52197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None-binary Prompt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149340" y="1731010"/>
            <a:ext cx="8718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Selection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27440" y="632460"/>
            <a:ext cx="12452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Formalization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079230" y="2774315"/>
            <a:ext cx="541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Fix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9972675" y="1050925"/>
            <a:ext cx="1505585" cy="32893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2385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Efficiency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079230" y="1713865"/>
            <a:ext cx="5416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Fix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455535" y="2673350"/>
            <a:ext cx="1061085" cy="3238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Other Tools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7455535" y="3261360"/>
            <a:ext cx="1061085" cy="32385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LLMs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8" name="左大括号 57"/>
          <p:cNvSpPr/>
          <p:nvPr/>
        </p:nvSpPr>
        <p:spPr>
          <a:xfrm>
            <a:off x="7190740" y="2673450"/>
            <a:ext cx="81280" cy="889000"/>
          </a:xfrm>
          <a:prstGeom prst="leftBrac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9" name="右大括号 58"/>
          <p:cNvSpPr/>
          <p:nvPr/>
        </p:nvSpPr>
        <p:spPr>
          <a:xfrm>
            <a:off x="8645525" y="2673350"/>
            <a:ext cx="82800" cy="889200"/>
          </a:xfrm>
          <a:prstGeom prst="rightBrac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加号 59"/>
          <p:cNvSpPr/>
          <p:nvPr/>
        </p:nvSpPr>
        <p:spPr>
          <a:xfrm>
            <a:off x="7832725" y="3011270"/>
            <a:ext cx="274320" cy="213360"/>
          </a:xfrm>
          <a:prstGeom prst="mathPlus">
            <a:avLst>
              <a:gd name="adj1" fmla="val 23809"/>
            </a:avLst>
          </a:prstGeom>
          <a:solidFill>
            <a:schemeClr val="bg1"/>
          </a:solidFill>
          <a:ln w="127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1" name="图片 60" descr="ChatGPT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1906905"/>
            <a:ext cx="327025" cy="327025"/>
          </a:xfrm>
          <a:prstGeom prst="rect">
            <a:avLst/>
          </a:prstGeom>
        </p:spPr>
      </p:pic>
      <p:pic>
        <p:nvPicPr>
          <p:cNvPr id="62" name="图片 61" descr="file_154349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120" y="1867218"/>
            <a:ext cx="406400" cy="406400"/>
          </a:xfrm>
          <a:prstGeom prst="rect">
            <a:avLst/>
          </a:prstGeom>
        </p:spPr>
      </p:pic>
      <p:pic>
        <p:nvPicPr>
          <p:cNvPr id="63" name="图片 62" descr="27193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20" y="2155190"/>
            <a:ext cx="180975" cy="180975"/>
          </a:xfrm>
          <a:prstGeom prst="rect">
            <a:avLst/>
          </a:prstGeom>
        </p:spPr>
      </p:pic>
      <p:pic>
        <p:nvPicPr>
          <p:cNvPr id="64" name="图片 63" descr="8665245_circle_question_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840" y="1158875"/>
            <a:ext cx="216000" cy="216000"/>
          </a:xfrm>
          <a:prstGeom prst="rect">
            <a:avLst/>
          </a:prstGeom>
        </p:spPr>
      </p:pic>
      <p:pic>
        <p:nvPicPr>
          <p:cNvPr id="65" name="图片 64" descr="8665245_circle_question_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490" y="1724293"/>
            <a:ext cx="216000" cy="216000"/>
          </a:xfrm>
          <a:prstGeom prst="rect">
            <a:avLst/>
          </a:prstGeom>
        </p:spPr>
      </p:pic>
      <p:pic>
        <p:nvPicPr>
          <p:cNvPr id="66" name="图片 65" descr="8665245_circle_question_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805" y="2813685"/>
            <a:ext cx="216000" cy="216000"/>
          </a:xfrm>
          <a:prstGeom prst="rect">
            <a:avLst/>
          </a:prstGeom>
        </p:spPr>
      </p:pic>
      <p:pic>
        <p:nvPicPr>
          <p:cNvPr id="69" name="图片 68" descr="73553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2690" y="1935210"/>
            <a:ext cx="252000" cy="252000"/>
          </a:xfrm>
          <a:prstGeom prst="rect">
            <a:avLst/>
          </a:prstGeom>
        </p:spPr>
      </p:pic>
      <p:pic>
        <p:nvPicPr>
          <p:cNvPr id="70" name="图片 69" descr="660987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955" y="670925"/>
            <a:ext cx="252000" cy="252000"/>
          </a:xfrm>
          <a:prstGeom prst="rect">
            <a:avLst/>
          </a:prstGeom>
        </p:spPr>
      </p:pic>
      <p:pic>
        <p:nvPicPr>
          <p:cNvPr id="71" name="图片 70"/>
          <p:cNvPicPr/>
          <p:nvPr/>
        </p:nvPicPr>
        <p:blipFill>
          <a:blip r:embed="rId7"/>
          <a:stretch>
            <a:fillRect/>
          </a:stretch>
        </p:blipFill>
        <p:spPr>
          <a:xfrm>
            <a:off x="10084435" y="1107390"/>
            <a:ext cx="216000" cy="216000"/>
          </a:xfrm>
          <a:prstGeom prst="rect">
            <a:avLst/>
          </a:prstGeom>
        </p:spPr>
      </p:pic>
      <p:pic>
        <p:nvPicPr>
          <p:cNvPr id="72" name="图片 71"/>
          <p:cNvPicPr/>
          <p:nvPr/>
        </p:nvPicPr>
        <p:blipFill>
          <a:blip r:embed="rId8"/>
          <a:stretch>
            <a:fillRect/>
          </a:stretch>
        </p:blipFill>
        <p:spPr>
          <a:xfrm>
            <a:off x="10062210" y="2991850"/>
            <a:ext cx="252000" cy="2520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WPS 演示</Application>
  <PresentationFormat>宽屏</PresentationFormat>
  <Paragraphs>53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gcyhjhshare</cp:lastModifiedBy>
  <cp:revision>168</cp:revision>
  <dcterms:created xsi:type="dcterms:W3CDTF">2019-06-19T02:08:00Z</dcterms:created>
  <dcterms:modified xsi:type="dcterms:W3CDTF">2026-03-28T07:26:19Z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2714BC2042754196817988410A36725A</vt:lpwstr>
  </property>
</Properties>
</file>